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740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1F2A44"/>
                </a:solidFill>
                <a:latin typeface="Georgia"/>
              </a:rPr>
              <a:t>Monthly MRR Performance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703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7A828C"/>
                </a:solidFill>
                <a:latin typeface="Arial"/>
              </a:rPr>
              <a:t>Period 2026-05  |  source table: ex_saas_metrics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Arial"/>
              </a:rPr>
              <a:t>Generated 2026-06-10 15:44 UTC   | 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Arial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Georgia"/>
              </a:rPr>
              <a:t>Steady growth in total MRR signals positive momentum despite regional challenges.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Arial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Arial"/>
              </a:rPr>
              <a:t>Total MRR increased to $1.56M, reflecting a growth of +1.2%.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Arial"/>
              </a:rPr>
              <a:t>Enterprise remains the top plan at $805k, comprising 51.6% of total MRR.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Arial"/>
              </a:rPr>
              <a:t>Business plan experienced a decline of -$10k compared to the prior month.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Arial"/>
              </a:rPr>
              <a:t>North America leads regions with $532k, accounting for 34.1% of total MRR.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2E6DB4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Arial"/>
              </a:rPr>
              <a:t>North America saw a decline of -$14k versus the previous month.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Arial"/>
              </a:rPr>
              <a:t>FINANCIAL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Georgia"/>
              </a:rPr>
              <a:t>Total MRR reached $1.56M in May, marking a 1.2% increase from April.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Arial"/>
              </a:rPr>
              <a:t>Source: performance: Monthly mrr, verified against the data.</a:t>
            </a:r>
          </a:p>
        </p:txBody>
      </p:sp>
      <p:pic>
        <p:nvPicPr>
          <p:cNvPr id="5" name="Picture 4" descr="char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Arial"/>
              </a:rPr>
              <a:t>In May 2026, total MRR was $1.56M, up from $1.54M in April, reflecting a growth of $18k. This month also represents a seasonal peak, matching the highest MRR recorded in the last 12 months. The recent trend shows a steady increase from $1.45M in January to this peak in May, indicating a positive trajectory in monthly performance.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Arial"/>
              </a:rPr>
              <a:t>Sustained growth in MRR suggests strong market demand and effective retention strategies.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Arial"/>
              </a:rPr>
              <a:t>•  MRR increased by $18k from April to May.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Arial"/>
              </a:rPr>
              <a:t>•  May's MRR matches the peak of $1.56M.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Arial"/>
              </a:rPr>
              <a:t>•  Consistent growth observed since January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Arial"/>
              </a:rPr>
              <a:t>PLAN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Georgia"/>
              </a:rPr>
              <a:t>Enterprise leads MRR at $805k, with a $20k increase from April.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Arial"/>
              </a:rPr>
              <a:t>Source: dim_plan: mrr by plan (2026-05), verified against the data.</a:t>
            </a:r>
          </a:p>
        </p:txBody>
      </p:sp>
      <p:pic>
        <p:nvPicPr>
          <p:cNvPr id="5" name="Picture 4" descr="char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Arial"/>
              </a:rPr>
              <a:t>In May 2026, the Enterprise plan dominates the MRR breakdown, contributing $805k, which represents 51.6% of total MRR. The Business plan follows with $570k, down by $10k from the previous month. Notably, the Starter plan saw a positive shift, increasing by $9k to reach $184k.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Arial"/>
              </a:rPr>
              <a:t>Focusing on the Enterprise plan's growth can drive overall revenue stability.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Arial"/>
              </a:rPr>
              <a:t>•  Enterprise plan contributes $805k, leading MRR concentration.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Arial"/>
              </a:rPr>
              <a:t>•  Business plan decreased by $10k, impacting overall growth.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Arial"/>
              </a:rPr>
              <a:t>•  Starter plan increased by $9k, showing positive momentum.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Arial"/>
              </a:rPr>
              <a:t>REGION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Georgia"/>
              </a:rPr>
              <a:t>North America leads with $532k MRR, but LATAM shows the highest growth of +$21k.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Arial"/>
              </a:rPr>
              <a:t>Source: dim_region: mrr by region (2026-05), verified against the data.</a:t>
            </a:r>
          </a:p>
        </p:txBody>
      </p:sp>
      <p:pic>
        <p:nvPicPr>
          <p:cNvPr id="5" name="Picture 4" descr="char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Arial"/>
              </a:rPr>
              <a:t>In May 2026, North America dominates with $532k in Monthly Recurring Revenue (MRR), accounting for 34.1% of total MRR. LATAM is the standout performer, increasing by $21k from the previous month, while North America experienced a decline of $14k. EMEA and APAC also saw modest gains, with EMEA up by $7k and APAC by $3k.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Arial"/>
              </a:rPr>
              <a:t>Focusing on LATAM's growth potential could enhance overall revenue performance.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Arial"/>
              </a:rPr>
              <a:t>•  North America: $532k, 34.1% of total MRR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Arial"/>
              </a:rPr>
              <a:t>•  LATAM growth: +$21k, highest increase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Arial"/>
              </a:rPr>
              <a:t>•  EMEA and APAC show smaller gains of +$7k and +$3k, respectively.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6DB4"/>
                </a:solidFill>
                <a:latin typeface="Arial"/>
              </a:rP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A44"/>
                </a:solidFill>
                <a:latin typeface="Georgia"/>
              </a:rPr>
              <a:t>Priorities for the coming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Arial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Arial"/>
              </a:rPr>
              <a:t>1.   Enhance marketing efforts to boost the Business plan, which declined by -$10k.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Arial"/>
              </a:rPr>
              <a:t>2.   Leverage the strong performance of the Enterprise plan, contributing $805k or 51.6% of total MRR.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Arial"/>
              </a:rPr>
              <a:t>3.   Investigate and address the -$14k decline in North America to stabilize regional performance.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Arial"/>
              </a:rPr>
              <a:t>4.   Focus on customer retention strategies to maintain the overall MRR growth of +1.2%.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