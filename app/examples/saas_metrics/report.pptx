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07040" cy="502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163E66"/>
                </a:solidFill>
                <a:latin typeface="Trebuchet MS"/>
              </a:rPr>
              <a:t>Monthly MRR Performance Review</a:t>
            </a:r>
          </a:p>
          <a:p>
            <a:r>
              <a:rPr sz="1700" b="0">
                <a:solidFill>
                  <a:srgbClr val="7A828C"/>
                </a:solidFill>
                <a:latin typeface="Trebuchet MS"/>
              </a:rPr>
              <a:t>SaaS / Subscriptions dataset  ·  1,152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Declining MRR signals urgent need for strategic adjustments.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Total MRR decreased to $3.82M, down -1.4% from $3.87M.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Enterprise remains the top plan at $1.99M, contributing 52.2%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Business plan experienced the largest decline at -$30k compared to the prior month.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United States leads countries with $515k, accounting for 13.5%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United States saw a decline of -$43k from the previous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Total MRR decreased to $3.82M in May, down $53k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performance: Monthly mrr,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$3.82M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Latest month (2026-05)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9393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$3.87M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9393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Peak month (2026-04)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$3.28M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Lowest month (2025-07)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23781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3781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+$512k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3781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Change since 2025-06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PLAN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Enterprise leads MRR at $1.99M, with Business declining by $30k.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dim_plan: mrr by plan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the Enterprise plan dominates with a total MRR of $1.99M, accounting for 52.2% of the overall MRR. The Business plan, while significant at $1.37M, experienced the largest decline of $30k compared to the previous month. The Starter plan also saw a decrease, falling to $455k from $471k, while the Free plan remains at $0.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The decline in Business and Starter plans signals potential challenges in customer retention.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Enterprise plan contributes $1.99M, leading overall MRR.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Business plan's MRR decreased by $30k, the largest drop.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Starter plan's MRR fell to $455k, showing a downward trend.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COUNTRY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The United States leads MRR at $515k, but decreased by -$43k this period.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dim_country: mrr by country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the United States remains the top contributor to MRR with $515k, followed by the United Kingdom at $377k and Germany at $360k. The overall MRR concentration is significant, with the top three countries accounting for a substantial portion of total MRR. Notably, France is the biggest mover this period, increasing its MRR by +$16k compared to April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This shift highlights the need to address declining MRR in key markets while leveraging growth in others.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Top three countries contribute significantly to overall MRR concentration.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France's MRR increased by +$16k, indicating positive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The United States experienced the largest decline at -$43k.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1.   Analyze and address the $30k decline in the Business plan to stabilize MRR.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2.   Enhance marketing strategies in the United States to recover the $43k decline in revenue.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3.   Focus on increasing the Enterprise plan, which currently represents $1.99M or 52.2% of total MRR.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4.   Implement customer retention initiatives to prevent further declines in overall MRR, currently at $3.82M.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