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10607040" cy="502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600" b="1">
                <a:solidFill>
                  <a:srgbClr val="14503B"/>
                </a:solidFill>
                <a:latin typeface="Cambria"/>
              </a:rPr>
              <a:t>May Financial Performance Overview</a:t>
            </a:r>
          </a:p>
          <a:p>
            <a:r>
              <a:rPr sz="1700" b="0">
                <a:solidFill>
                  <a:srgbClr val="7A828C"/>
                </a:solidFill>
                <a:latin typeface="Calibri"/>
              </a:rPr>
              <a:t>Finance / FP&amp;A dataset  ·  1,152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Cambria"/>
              </a:rPr>
              <a:t>Stable total actuals indicate consistent financial health despite minor declines.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Total actual remains steady at $517k, reflecting stability.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Sales leads departments at $149k, contributing 28.8% of total actual.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Sales experienced a decline of -$5k compared to the prior month.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Salaries &amp; Wages is the top category at $231k, making up 44.8% of total.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Salaries &amp; Wages declined by -$2k versus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Cambria"/>
              </a:rPr>
              <a:t>Actual remained stable at $517k in 2026-05, matching April's performance.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performance: Monthly actual,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2510713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Cambria"/>
              </a:rPr>
              <a:t>$517k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Latest month (2026-05)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9393" y="4754880"/>
            <a:ext cx="2510713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9393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Cambria"/>
              </a:rPr>
              <a:t>$530k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9393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Peak month (2026-02)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4754880"/>
            <a:ext cx="2510713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Cambria"/>
              </a:rPr>
              <a:t>$484k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Lowest month (2025-06)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23781" y="4754880"/>
            <a:ext cx="2510713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3781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503B"/>
                </a:solidFill>
                <a:latin typeface="Cambria"/>
              </a:rPr>
              <a:t>+$32k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3781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Change since 2025-06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DEPARTMENT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Cambria"/>
              </a:rPr>
              <a:t>Sales leads with $149k, but decreased by -$5k from last month.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dim_department: actual by department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the Sales department leads with a total of $149k, representing a significant portion of the overall departmental spend. However, it experienced a decline of -$5k compared to April 2026. Customer Success is the biggest mover, increasing by +$2k to reach $65k, reflecting a positive trend in that area.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45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decline in Sales may require strategic focus to reverse the trend.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Sales at $149k, down -$5k from April.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Customer Success increased by +$2k to $65k.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Marketing also saw growth, up +$2k to $79k.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CATEGORY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Cambria"/>
              </a:rPr>
              <a:t>Salaries &amp; Wages dominate at $231k, with Software &amp; Cloud increasing by $2k.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dim_category: actual by category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Salaries &amp; Wages led all categories with a total of $231k, representing 44.8% of total spend. Software &amp; Cloud saw the largest increase, rising by $2k to $94k, while Salaries &amp; Wages experienced a decrease of $2k compared to the previous period. This indicates a shift in spending priorities towards technology investments.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450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increase in Software &amp; Cloud spending suggests a strategic focus on technology enhancements.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Salaries &amp; Wages: $231k (44.8% of total)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Software &amp; Cloud: $94k, up $2k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Travel &amp; Events: $37k, up $224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503B"/>
                </a:solidFill>
                <a:latin typeface="Cambr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1.   Analyze Sales performance to identify drivers behind the $5k decline and implement corrective actions.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2.   Review Salaries &amp; Wages expenditures to optimize costs and address the $2k decrease.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3.   Enhance forecasting methods to mitigate the -0.1% change in total actual and improve future projections.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4.   Prioritize investment in Sales initiatives to regain momentum and boost the department's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