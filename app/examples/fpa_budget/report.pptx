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0C2E27"/>
                </a:solidFill>
                <a:latin typeface="Cambria"/>
              </a:rPr>
              <a:t>May Financial Performance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554480" cy="762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Calibri"/>
              </a:rPr>
              <a:t>Finance / FP&amp;A dataset  ·  1,152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Stable total actual indicates consistent financial health despite minor declines.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Total actual remains steady at $517k, reflecting stability.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leads departments at $149k, contributing 28.8% of total actual.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Sales experienced a decline of -$5k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Salaries &amp; Wages dominate at $231k, making up 44.8% of total actual.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0E7C66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Calibri"/>
              </a:rPr>
              <a:t>Salaries &amp; Wages decreased by -$2k from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Actual remained stable at $517k in 2026-05, matching April's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performance: Monthly actual,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actual totaled $517k, consistent with April's figure of $517k, reflecting a slight decrease of -0.1%. The recent trend shows a peak month of $530k in February 2026, followed by a gradual decline to the current level. This stability indicates a potential seasonal pattern as we approach the mid-year 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Maintaining $517k suggests resilience in performance despite recent fluctuations.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Actual in May 2026 is $517k, unchanged from April 2026.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The peak month was $530k in February 2026.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Monthly actuals show fluctuations but overall stability in recent months.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DEPARTMENT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Sales leads with $149k, while Customer Success grows by $3k versus last period.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dim_department: actual by department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54480"/>
            <a:ext cx="10332720" cy="306154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75488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E27"/>
                </a:solidFill>
                <a:latin typeface="Cambria"/>
              </a:rPr>
              <a:t>$149k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Sales: $149k, 28.8% of total spend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8698" y="475488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8698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E27"/>
                </a:solidFill>
                <a:latin typeface="Cambria"/>
              </a:rPr>
              <a:t>$103k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Customer Success: +$3k growth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196" y="4754880"/>
            <a:ext cx="3454298" cy="5080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4846320"/>
            <a:ext cx="345429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0C2E27"/>
                </a:solidFill>
                <a:latin typeface="Cambria"/>
              </a:rPr>
              <a:t>$79k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6" y="5468112"/>
            <a:ext cx="345429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R&amp;D and Sales both declined from prior period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CATEGORY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Salaries &amp; Wages at $231k dominate, while Software &amp; Cloud increased by $2k.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dim_category: actual by category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Calibri"/>
              </a:rPr>
              <a:t>In May 2026, Salaries &amp; Wages lead with $231k, representing 44.8% of total spend. Software &amp; Cloud saw the largest increase, rising by $2k to $94k, indicating a growing investment in technology. Other categories such as Contractors and Travel &amp; Events remain significant but show less concentration compared to the top two categories.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0C2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Calibri"/>
              </a:rPr>
              <a:t>Focusing on Salaries &amp; Wages and Software &amp; Cloud will drive strategic resource allocation.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Salaries &amp; Wages account for nearly half of total spend at $231k.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Software &amp; Cloud is the biggest mover, increasing by $2k to $94k.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Calibri"/>
              </a:rPr>
              <a:t>•  Overall spend remains concentrated in a few key categories.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7C66"/>
                </a:solidFill>
                <a:latin typeface="Calibri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C2E27"/>
                </a:solidFill>
                <a:latin typeface="Cambr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Calibri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1.   Analyze Sales performance to identify drivers behind the $5k decline and implement corrective actions.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2.   Review Salaries &amp; Wages expenditures to optimize costs and address the $2k decrease.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3.   Enhance sales training programs to boost productivity and recover the $5k loss in Sales.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Calibri"/>
              </a:rPr>
              <a:t>4.   Reallocate resources from underperforming areas to support Sales and improve overall financial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