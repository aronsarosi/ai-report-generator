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7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0C2E27"/>
                </a:solidFill>
                <a:latin typeface="Cambria"/>
              </a:rPr>
              <a:t>May Financial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03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Calibri"/>
              </a:rPr>
              <a:t>Period 2026-05  |  source table: ex_fpa_budget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Generated 2026-06-10 17:37 UTC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Sales remains a strong contributor despite overall decline.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actual is $501k in 2026-05, reflecting a decline of -1.9%.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leads with $147k, representing 29.3% of total actual.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Operations experienced the largest decline at -$8k compared to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Actual decreased to $501k in May, down $10k from April's peak of $511k.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actual,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actual totaled $501k, reflecting a decrease of $10k or -1.9% compared to April's peak of $511k. This decline marks a slight dip following a strong performance in April, which was the highest month recorded in the past year. The trend over the last 12 months shows fluctuations, with the highest monthly actual consistently around $511k.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Maintaining focus on sustaining performance is crucial as we navigate post-peak adjustments.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May's actual of $501k is below April's peak of $511k.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The last 12 months show a peak in April 2026.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Monthly actuals have fluctuated between $463k and $511k.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DEPARTMENT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Operations leads with $101k, but decreased by -$8k from last month.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dim_department: actual by department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Operations is the leading department with an actual total of $101k, despite experiencing a decline of -$8k compared to April 2026. Sales follows closely with $147k, while Marketing shows a positive trend with an increase of +$2k, reaching $75k. The overall concentration of spending highlights a significant focus on Sales and Operations, which together account for a substantial portion of the total departmental spend.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decline in Operations spending signals potential operational challenges that need addressing.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Sales at $147k remains the highest department spend.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Operations saw the largest decrease of -$8k this month.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Marketing is the only department with a positive change, increasing by +$2k.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Sales initiatives to capitalize on $147k contribution, representing 29.3% of total actual.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Investigate Operations' decline of -$8k to identify root causes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Reassess budget allocations to prioritize departments with positive performance trends and mitigate declines.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Enhance cross-department collaboration to leverage Sales strategies in Operations for improved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