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E7C66"/>
                </a:solidFill>
                <a:latin typeface="Calibri"/>
              </a:rPr>
              <a:t>PERFORMANCE REVIEW  ·  2026-05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1554480" cy="7620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Cambria"/>
              </a:rPr>
              <a:t>May Financial Performance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C0C5C9"/>
                </a:solidFill>
                <a:latin typeface="Calibri"/>
              </a:rPr>
              <a:t>Finance / FP&amp;A dataset  ·  144 rows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66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C2E27"/>
                </a:solidFill>
                <a:latin typeface="Cambria"/>
              </a:rPr>
              <a:t>Sales remains a strong contributor despite overall decline.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0E7C66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Total actual is $501k in 2026-05, reflecting a decline of -1.9%.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0E7C66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Sales leads with $147k, representing 29.3% of total actual.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0E7C66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Operations experienced the largest decline at -$8k compared to prior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66"/>
                </a:solidFill>
                <a:latin typeface="Calibri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C2E27"/>
                </a:solidFill>
                <a:latin typeface="Cambria"/>
              </a:rPr>
              <a:t>Actual decreased to $501k in May, down $10k from April's peak of $511k.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performance: Monthly actual,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actual totaled $501k, reflecting a decrease of $10k or -1.9% compared to April's peak of $511k. This decline marks a slight dip following a strong performance in April, which was the highest month recorded in the past year. The trend over the last 12 months shows fluctuations, with the highest monthly actual consistently around $511k.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0C2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Maintaining focus on sustaining performance is crucial as we navigate post-peak adjustments.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May's actual of $501k is below April's peak of $511k.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The last 12 months show a peak in April 2026.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Monthly actuals have fluctuated between $463k and $511k.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66"/>
                </a:solidFill>
                <a:latin typeface="Calibri"/>
              </a:rPr>
              <a:t>DEPARTMENT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C2E27"/>
                </a:solidFill>
                <a:latin typeface="Cambria"/>
              </a:rPr>
              <a:t>Operations leads with $101k, but decreased by -$8k from last month.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dim_department: actual by department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645920"/>
            <a:ext cx="5669280" cy="29073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720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C2E27"/>
                </a:solidFill>
                <a:latin typeface="Calibri"/>
              </a:rPr>
              <a:t>The decline in Operations spending signals potential operational challenges that need addressing.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074920"/>
            <a:ext cx="3454298" cy="5080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184648"/>
            <a:ext cx="345429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C2E27"/>
                </a:solidFill>
                <a:latin typeface="Cambria"/>
              </a:rPr>
              <a:t>$147k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34542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A828C"/>
                </a:solidFill>
                <a:latin typeface="Calibri"/>
              </a:rPr>
              <a:t>Sales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5074920"/>
            <a:ext cx="3454298" cy="5080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5184648"/>
            <a:ext cx="345429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C2E27"/>
                </a:solidFill>
                <a:latin typeface="Cambria"/>
              </a:rPr>
              <a:t>$101k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5943600"/>
            <a:ext cx="34542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A828C"/>
                </a:solidFill>
                <a:latin typeface="Calibri"/>
              </a:rPr>
              <a:t>Operations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80196" y="5074920"/>
            <a:ext cx="3454298" cy="5080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0196" y="5184648"/>
            <a:ext cx="345429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C2E27"/>
                </a:solidFill>
                <a:latin typeface="Cambria"/>
              </a:rPr>
              <a:t>$79k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196" y="5943600"/>
            <a:ext cx="34542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A828C"/>
                </a:solidFill>
                <a:latin typeface="Calibri"/>
              </a:rPr>
              <a:t>R&amp;D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66"/>
                </a:solidFill>
                <a:latin typeface="Calibri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C2E27"/>
                </a:solidFill>
                <a:latin typeface="Cambria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1.   Increase Sales initiatives to capitalize on $147k contribution, representing 29.3% of total actual.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2.   Investigate Operations' decline of -$8k to identify root causes and implement corrective actions.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3.   Reassess budget allocations to prioritize departments with positive performance trends and mitigate declines.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4.   Enhance cross-department collaboration to leverage Sales strategies in Operations for improved performance.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