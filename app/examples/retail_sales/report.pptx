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7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1243F"/>
                </a:solidFill>
                <a:latin typeface="Georgia"/>
              </a:rPr>
              <a:t>Revenue Growth and Channel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03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Calibri"/>
              </a:rPr>
              <a:t>Period 2026-05  |  source table: ex_retail_sales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Generated 2026-06-10 17:36 UTC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Sustained revenue growth highlights key opportunities in online sales and electronics.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revenue reached $998k in 2026-05, reflecting a positive growth of +4.5%.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North America generated $262k, accounting for 26.2%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Online sales led with $537k, representing 53.8%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Electronics category generated $293k, making up 29.4%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Coffee Grinder sales declined by -$2k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Total revenue increased to $998k in 2026-05, up $43k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total revenue reached $998k, reflecting a 4.5% increase from April's $955k. This growth continues the upward trend observed in recent months, with May's performance nearing the peak month of $1.41M. The recent trend indicates a recovery from lower revenue months earlier in the year, particularly February's low of $753k.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Sustained revenue growth signals positive momentum heading into the next quarter.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Revenue growth of $43k from April to May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Recent trend shows recovery from February's low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May revenue approaches peak of $1.41M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North America leads with $262k, while EMEA grows by +$14k.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dim_region: revenue by region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the revenue breakdown for 2026-05, North America stands out with total revenue of $262k, making it the leading region. EMEA follows with $219k, showing a significant increase of +$14k from the previous period. The concentration of revenue indicates a strong performance in North America, while EMEA's growth highlights its emerging strength.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EMEA's growth could enhance overall revenue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North America: $262k, 26.2% of total revenue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EMEA: $219k, largest growth at +$14k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UK &amp; Ireland: $200k, also shows strong growth of +$13k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Online leads with $537k, driving a $35k increase from April to May.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Online channel revenue reached $537k, representing 53.8% of total revenue. In-store revenue followed at $461k, showing a smaller increase of $8k from the previous month. The Online channel not only leads in total revenue but also demonstrates significant growth compared to the prior period, highlighting a strong shift towards digital sales.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The strong growth in Online revenue indicates a successful digital strategy that should be prioritized.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revenue increased by $35k from April to May.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In-store revenue rose by $8k in the same period.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Online accounts for over half of total revenue.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Electronics leads with $293k, while Home &amp; Kitchen grows by +$24k.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dim_category: revenue by category (2026-05), verified against the data.</a:t>
            </a:r>
          </a:p>
        </p:txBody>
      </p:sp>
      <p:pic>
        <p:nvPicPr>
          <p:cNvPr id="5" name="Picture 4" descr="ch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Electronics dominates the revenue breakdown with $293k, accounting for 29.4% of total revenue. Home &amp; Kitchen follows closely with $279k, experiencing the largest increase of +$24k from the previous month. Beauty &amp; Wellness also shows a strong performance, growing by +$10k to reach $248k, indicating a healthy concentration in these top categories.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Electronics and Home &amp; Kitchen can drive future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Electronics contributes $293k, leading all categories.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Home &amp; Kitchen increases by +$24k, the largest mover.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Beauty &amp; Wellness grows by +$10k, reflecting strong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PRODUCT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Wireless Earbuds lead with $163k, driving 16.4% of total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dim_product: revenue by product (2026-05), verified against the data.</a:t>
            </a:r>
          </a:p>
        </p:txBody>
      </p:sp>
      <p:pic>
        <p:nvPicPr>
          <p:cNvPr id="5" name="Picture 4" descr="ch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Wireless Earbuds generated $163k, establishing itself as the top product and contributing 16.4% of total revenue. The Air Fryer follows closely with $133k, showing significant growth of +$15k from the previous month. The Cookware Set also performed well, increasing by +$12k to reach $106k, indicating strong demand in the kitchen appliance segment.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12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high-performing products like Wireless Earbuds and Air Fryer can enhance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Wireless Earbuds dominate with $163k in revenue.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Air Fryer shows the largest increase of +$15k.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Cookware Set maintains strong performance at $106k.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243F"/>
                </a:solidFill>
                <a:latin typeface="Georg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Increase marketing investments in the Online channel to capitalize on $537k in sales.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Enhance product offerings in the Electronics category, which generated $293k, to drive growth.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Address the decline of the Coffee Grinder product by evaluating pricing and promotional strategies.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Focus on expanding the North America region, contributing $262k, to maximize regional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