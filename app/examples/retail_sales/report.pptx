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Georgia"/>
              </a:rPr>
              <a:t>Revenue Growth and Channel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743200"/>
            <a:ext cx="1554480" cy="76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0C5C9"/>
                </a:solidFill>
                <a:latin typeface="Calibri"/>
              </a:rPr>
              <a:t>Retail / Commerce dataset  ·  104,567 rows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243F"/>
                </a:solidFill>
                <a:latin typeface="Georgia"/>
              </a:rPr>
              <a:t>Total revenue growth indicates strong performance in key areas.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figures verified against the source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2E6DB4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Total revenue reached $998k in 2026-05, up +4.5% from $955k.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2E6DB4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North America generated $262k, accounting for 26.2% of total revenue.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2E6DB4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Online sales led with $537k, representing 53.8% of total revenue.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2E6DB4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Electronics category sales were $293k, making up 29.4% of total revenue.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2E6DB4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Wireless Earbuds sales totaled $163k, contributing 16.4% to total revenue.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2E6DB4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Calibri"/>
              </a:rPr>
              <a:t>Coffee Grinder sales declined by -$2k compared to the previous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Calibri"/>
              </a:rP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243F"/>
                </a:solidFill>
                <a:latin typeface="Georgia"/>
              </a:rPr>
              <a:t>Total revenue increased to $998k in May, up $43k from April.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performance: Monthly revenue, verified against the data.</a:t>
            </a:r>
          </a:p>
        </p:txBody>
      </p:sp>
      <p:pic>
        <p:nvPicPr>
          <p:cNvPr id="5" name="Picture 4" descr="char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In May 2026, total revenue reached $998k, reflecting a growth of $43k or +4.5% compared to April's $955k. This upward trend follows a recent pattern of fluctuating monthly revenues, with a notable peak of $1.41M in December 2025. The last twelve months show a seasonal peak in December, indicating potential for future growth during similar periods.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Calibri"/>
              </a:rPr>
              <a:t>Sustained revenue growth in May suggests positive momentum heading into the next quarter.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May's revenue growth continues the upward trend from April.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December 2025 marked the peak month at $1.41M.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Recent months show variability, with significant fluctuations in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Calibri"/>
              </a:rPr>
              <a:t>REGION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243F"/>
                </a:solidFill>
                <a:latin typeface="Georgia"/>
              </a:rPr>
              <a:t>North America leads with $262k, while EMEA grows by $14k.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dim_region: revenue by region (2026-05), verified against the data.</a:t>
            </a:r>
          </a:p>
        </p:txBody>
      </p:sp>
      <p:pic>
        <p:nvPicPr>
          <p:cNvPr id="5" name="Picture 4" descr="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30615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754880"/>
            <a:ext cx="3454298" cy="508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345429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243F"/>
                </a:solidFill>
                <a:latin typeface="Georgia"/>
              </a:rPr>
              <a:t>$262k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68112"/>
            <a:ext cx="345429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North America contributes 26.2% of total revenue.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4754880"/>
            <a:ext cx="3454298" cy="508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4846320"/>
            <a:ext cx="345429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243F"/>
                </a:solidFill>
                <a:latin typeface="Georgia"/>
              </a:rPr>
              <a:t>$219k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5468112"/>
            <a:ext cx="345429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EMEA's revenue increased by $14k, the largest growth.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196" y="4754880"/>
            <a:ext cx="3454298" cy="508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4846320"/>
            <a:ext cx="345429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243F"/>
                </a:solidFill>
                <a:latin typeface="Georgia"/>
              </a:rPr>
              <a:t>$202k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196" y="5468112"/>
            <a:ext cx="345429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UK &amp; Ireland follows closely with $200k, also showing strong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Calibri"/>
              </a:rPr>
              <a:t>CHANNEL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243F"/>
                </a:solidFill>
                <a:latin typeface="Georgia"/>
              </a:rPr>
              <a:t>Online channel leads with $537k, growing by +$35k from prior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dim_channel: revenue by channel (2026-05), verified against the data.</a:t>
            </a:r>
          </a:p>
        </p:txBody>
      </p:sp>
      <p:pic>
        <p:nvPicPr>
          <p:cNvPr id="5" name="Picture 4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In May 2026, the Online channel generated $537k, representing 53.8% of total revenue. The In-store channel followed with $461k, showing a smaller growth of +$8k compared to the previous month. The Online channel's growth of +$35k indicates a significant upward trend, solidifying its position as the primary revenue driver.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Calibri"/>
              </a:rPr>
              <a:t>Focusing on enhancing the Online channel can drive further revenue growth.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Online channel accounts for 53.8% of total revenue.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In-store channel contributes $461k, less than Online.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Online revenue increased by +$35k, the largest growth this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Calibri"/>
              </a:rPr>
              <a:t>CATEGORY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243F"/>
                </a:solidFill>
                <a:latin typeface="Georgia"/>
              </a:rPr>
              <a:t>Electronics leads with $293k, while Home &amp; Kitchen grows by +$24k.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dim_category: revenue by category (2026-05), verified against the data.</a:t>
            </a:r>
          </a:p>
        </p:txBody>
      </p:sp>
      <p:pic>
        <p:nvPicPr>
          <p:cNvPr id="5" name="Picture 4" descr="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In May 2026, Electronics dominates with total revenue of $293k, accounting for 29.4% of overall sales. Home &amp; Kitchen follows closely with $279k, showing significant growth of +$24k compared to the previous month. Beauty &amp; Wellness also performed well, increasing by +$10k to reach $248k, while Apparel and Media &amp; Entertainment saw minimal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Calibri"/>
              </a:rPr>
              <a:t>Focusing on Home &amp; Kitchen's growth can enhance overall revenue performance.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Electronics: $293k, 29.4% of total revenue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Home &amp; Kitchen: $279k, +$24k growth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Beauty &amp; Wellness: $248k, +$10k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Calibri"/>
              </a:rPr>
              <a:t>PRODUCT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243F"/>
                </a:solidFill>
                <a:latin typeface="Georgia"/>
              </a:rPr>
              <a:t>Wireless Earbuds lead with $163k, while Air Fryer grows by $15k.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dim_product: revenue by product (2026-05), verified against the data.</a:t>
            </a:r>
          </a:p>
        </p:txBody>
      </p:sp>
      <p:pic>
        <p:nvPicPr>
          <p:cNvPr id="5" name="Picture 4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Calibri"/>
              </a:rPr>
              <a:t>In May 2026, Wireless Earbuds generated $163k, making it the top product by revenue. The Air Fryer followed with $133k, showing the largest growth of $15k from the previous month. This highlights a strong concentration in the top two products, which together account for a significant portion of total revenue.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Calibri"/>
              </a:rPr>
              <a:t>Focusing on top-performing products can drive further revenue growth.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Wireless Earbuds at $163k dominate the product lineup.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Air Fryer shows the most growth with a $15k increase.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Calibri"/>
              </a:rPr>
              <a:t>•  Top two products represent a substantial revenue concentration.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Calibr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243F"/>
                </a:solidFill>
                <a:latin typeface="Georgia"/>
              </a:rPr>
              <a:t>Priorities for the coming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Calibri"/>
              </a:rPr>
              <a:t>Source: figures verified against the source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Calibri"/>
              </a:rPr>
              <a:t>1.   Enhance online marketing strategies to capitalize on the $537k from the Online channel.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Calibri"/>
              </a:rPr>
              <a:t>2.   Increase inventory for Wireless Earbuds to support the $163k sales momentum.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Calibri"/>
              </a:rPr>
              <a:t>3.   Investigate the decline of Coffee Grinder to identify causes and implement corrective actions.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Calibri"/>
              </a:rPr>
              <a:t>4.   Focus on expanding the Electronics category, which contributes $293k, to drive further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