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740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1F2A44"/>
                </a:solidFill>
                <a:latin typeface="Georgia"/>
              </a:rPr>
              <a:t>May 2026 Revenue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703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7A828C"/>
                </a:solidFill>
                <a:latin typeface="Arial"/>
              </a:rPr>
              <a:t>Period 2026-05  |  source table: ex_retail_sales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Arial"/>
              </a:rPr>
              <a:t>Generated 2026-06-10 15:43 UTC   | 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Arial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Georgia"/>
              </a:rPr>
              <a:t>Strong growth in total revenue signals positive market trends.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Arial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Arial"/>
              </a:rPr>
              <a:t>Total revenue reached $998k in May 2026, reflecting a growth of +4.5%.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Arial"/>
              </a:rPr>
              <a:t>North America generated $262k, accounting for 26.2% of total revenue.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Arial"/>
              </a:rPr>
              <a:t>Online sales led with $537k, representing 53.8% of total revenue.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Arial"/>
              </a:rPr>
              <a:t>Electronics category sales totaled $293k, making up 29.4% of total revenue.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Arial"/>
              </a:rPr>
              <a:t>The Coffee Grinder experienced a decline of -$2k compared to the previous month.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Arial"/>
              </a:rPr>
              <a:t>FINANCIAL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Georgia"/>
              </a:rPr>
              <a:t>Total revenue increased to $998k in May, up $43k from April.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Arial"/>
              </a:rPr>
              <a:t>Source: performance: Monthly revenue, verified against the data.</a:t>
            </a:r>
          </a:p>
        </p:txBody>
      </p:sp>
      <p:pic>
        <p:nvPicPr>
          <p:cNvPr id="5" name="Picture 4" descr="char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Arial"/>
              </a:rPr>
              <a:t>In May 2026, total revenue reached $998k, reflecting a 4.5% increase from April's $955k. This growth follows a recent upward trend, with revenue recovering from lower figures earlier in the year. The peak month remains December 2025, where revenue hit $1.41M, indicating potential seasonal patterns to capitalize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Arial"/>
              </a:rPr>
              <a:t>Sustained growth in revenue suggests effective strategies are in place, warranting further investment.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Arial"/>
              </a:rPr>
              <a:t>•  May revenue of $998k marks a recovery from earlier lows.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Arial"/>
              </a:rPr>
              <a:t>•  Recent months show a positive trend after February's dip to $753k.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Arial"/>
              </a:rPr>
              <a:t>•  December 2025 remains the peak month for revenue at $1.41M.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Arial"/>
              </a:rPr>
              <a:t>REGION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Georgia"/>
              </a:rPr>
              <a:t>North America leads with $262k, while EMEA grows by $14k.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Arial"/>
              </a:rPr>
              <a:t>Source: dim_region: revenue by region (2026-05), verified against the data.</a:t>
            </a:r>
          </a:p>
        </p:txBody>
      </p:sp>
      <p:pic>
        <p:nvPicPr>
          <p:cNvPr id="5" name="Picture 4" descr="char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Arial"/>
              </a:rPr>
              <a:t>In the revenue breakdown for 2026-05, North America stands out as the leading region with total revenue of $262k, accounting for 26.2% of the overall revenue. EMEA follows with $219k, showing significant growth of $14k compared to the previous period. The concentration remains high in North America, while EMEA's growth indicates a positive trend in that region.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Arial"/>
              </a:rPr>
              <a:t>Focus on sustaining growth in EMEA while leveraging North America's strong performance.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Arial"/>
              </a:rPr>
              <a:t>•  North America: $262k, 26.2% of total revenue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Arial"/>
              </a:rPr>
              <a:t>•  EMEA: $219k, up $14k from prior period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Arial"/>
              </a:rPr>
              <a:t>•  UK &amp; Ireland: $200k, up $13k from prior period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Arial"/>
              </a:rPr>
              <a:t>CHANNEL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Georgia"/>
              </a:rPr>
              <a:t>Online leads with $537k, representing 53.8% of total revenue.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Arial"/>
              </a:rPr>
              <a:t>Source: dim_channel: revenue by channel (2026-05), verified against the data.</a:t>
            </a:r>
          </a:p>
        </p:txBody>
      </p:sp>
      <p:pic>
        <p:nvPicPr>
          <p:cNvPr id="5" name="Picture 4" descr="char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Arial"/>
              </a:rPr>
              <a:t>In May 2026, online sales generated $537k, leading all channels and accounting for 53.8% of total revenue. In-store sales followed with $461k, showing a solid contribution but significantly lower than online. The biggest mover was online, which increased by +$35k from the previous month, indicating strong growth momentum in this channel.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Arial"/>
              </a:rPr>
              <a:t>Focusing on online growth is essential as it drives the majority of revenue.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Arial"/>
              </a:rPr>
              <a:t>•  Online revenue is $537k, leading with 53.8% share.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Arial"/>
              </a:rPr>
              <a:t>•  In-store revenue stands at $461k, showing steady performance.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Arial"/>
              </a:rPr>
              <a:t>•  Online channel increased by +$35k compared to April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Arial"/>
              </a:rPr>
              <a:t>CATEGORY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Georgia"/>
              </a:rPr>
              <a:t>Electronics leads with $293k, while Home &amp; Kitchen grows by +$24k.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Arial"/>
              </a:rPr>
              <a:t>Source: dim_category: revenue by category (2026-05), verified against the data.</a:t>
            </a:r>
          </a:p>
        </p:txBody>
      </p:sp>
      <p:pic>
        <p:nvPicPr>
          <p:cNvPr id="5" name="Picture 4" descr="chart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Arial"/>
              </a:rPr>
              <a:t>In May 2026, Electronics generated $293k, making it the top category by total revenue. Home &amp; Kitchen follows closely with $279k, showing significant growth of +$24k compared to April 2026. The concentration of revenue is evident, as these two categories account for a substantial portion of the total revenue.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Arial"/>
              </a:rPr>
              <a:t>Focusing on Electronics and Home &amp; Kitchen can drive further revenue growth.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Arial"/>
              </a:rPr>
              <a:t>•  Electronics: $293k, leading category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Arial"/>
              </a:rPr>
              <a:t>•  Home &amp; Kitchen: $279k, largest growth of +$24k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Arial"/>
              </a:rPr>
              <a:t>•  Beauty &amp; Wellness: $248k, steady increase of +$10k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Arial"/>
              </a:rPr>
              <a:t>PRODUCT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Georgia"/>
              </a:rPr>
              <a:t>Wireless Earbuds lead with $163k, driving 16.4% of total revenue.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Arial"/>
              </a:rPr>
              <a:t>Source: dim_product: revenue by product (2026-05), verified against the data.</a:t>
            </a:r>
          </a:p>
        </p:txBody>
      </p:sp>
      <p:pic>
        <p:nvPicPr>
          <p:cNvPr id="5" name="Picture 4" descr="chart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Arial"/>
              </a:rPr>
              <a:t>In May 2026, Wireless Earbuds generated $163k, making it the top product and accounting for 16.4% of total revenue. The Air Fryer follows with $133k, showing strong performance but with a lower concentration. The biggest mover compared to April 2026 is the Air Fryer, which increased by $15k, reflecting growing consumer demand.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Arial"/>
              </a:rPr>
              <a:t>Focusing on high-performing products like Wireless Earbuds and Air Fryer can enhance revenue growth.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Arial"/>
              </a:rPr>
              <a:t>•  Wireless Earbuds dominate with $163k, 16.4% of total revenue.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Arial"/>
              </a:rPr>
              <a:t>•  Air Fryer shows significant growth, up $15k from the previous month.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Arial"/>
              </a:rPr>
              <a:t>•  Overall product concentration remains balanced with diverse offerings.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Arial"/>
              </a:rP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Georgia"/>
              </a:rPr>
              <a:t>Priorities for the coming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Arial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Arial"/>
              </a:rPr>
              <a:t>1.   Increase marketing investment in the Online channel to capitalize on $537k sales dominance.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Arial"/>
              </a:rPr>
              <a:t>2.   Enhance product offerings in Electronics to drive growth beyond $293k.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Arial"/>
              </a:rPr>
              <a:t>3.   Address the Coffee Grinder's decline by evaluating pricing and promotional strategies to recover the -$2k loss.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Arial"/>
              </a:rPr>
              <a:t>4.   Leverage North America's top performance by expanding regional sales initiatives to boost the $262k revenue.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