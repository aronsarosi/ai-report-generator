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2E0E1E"/>
                </a:solidFill>
                <a:latin typeface="Tahoma"/>
              </a:rPr>
              <a:t>May 2026 Revenue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Tahoma"/>
              </a:rPr>
              <a:t>Marketing / Web dataset  ·  3,650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Sustained growth in revenue highlights effective strategies and channel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reached $303k in 2026-05, reflecting a positive trend.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Organic Search generated $103k, accounting for 33.9%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Revenue increased by $13k compared to $290k in 2026-04, indicating growth.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Social channel experienced a decline of -$6, signaling a need for strategic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Total revenue increased to $303k in 2026-05, up $13k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In May 2026, total revenue reached $303k, reflecting a 4.7% increase from April's $290k. This growth marks a positive trend following a period of fluctuation, with the peak month recorded at $413k in December 2025. Seasonal patterns suggest that revenue typically peaks in December, indicating potential for future growth during that period.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E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ahoma"/>
              </a:rPr>
              <a:t>Sustained growth in revenue suggests improving market conditions and potential for future peaks.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May 2026 revenue of $303k is above the average of $253k over the last year.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December 2025 was the peak month with $413k in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Recent months show a recovery trend from lower figures earlier in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Organic Search leads with $103k, dominating 33.9%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E0E1E"/>
                </a:solidFill>
                <a:latin typeface="Tahoma"/>
              </a:rPr>
              <a:t>$103k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Organic Search is the largest channel with $103k revenue.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475488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8698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E0E1E"/>
                </a:solidFill>
                <a:latin typeface="Tahoma"/>
              </a:rPr>
              <a:t>$83k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Email is the biggest mover, increasing by +$6k to $83k.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196" y="475488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E0E1E"/>
                </a:solidFill>
                <a:latin typeface="Tahoma"/>
              </a:rPr>
              <a:t>$74k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6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Social is the only channel to decline, down by -$6.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1.   Enhance investment in Organic Search to capitalize on its $103k contribution and 33.9% share.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2.   Address the decline in Social by reallocating resources or optimizing content strategy to recover the -$6 loss.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3.   Monitor revenue trends closely to sustain the growth momentum of +4.7% from $290k to $303k.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4.   Implement targeted marketing campaigns to further boost underperforming channels and maximize overall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