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740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F2A44"/>
                </a:solidFill>
                <a:latin typeface="Georgia"/>
              </a:rPr>
              <a:t>Revenue Growth and Channel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03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7A828C"/>
                </a:solidFill>
                <a:latin typeface="Arial"/>
              </a:rPr>
              <a:t>Period 2026-05  |  source table: ex_marketing_analytics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Arial"/>
              </a:rPr>
              <a:t>Generated 2026-06-10 15:45 UTC   |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Georgia"/>
              </a:rPr>
              <a:t>Sustained revenue growth highlights strong performance in key channels.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Arial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Arial"/>
              </a:rPr>
              <a:t>Total revenue increased to $304k in 2026-05, reflecting a growth of +14.7%.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Arial"/>
              </a:rPr>
              <a:t>Organic Search remains the top channel, generating $104k, accounting for 34.1% of total revenue.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2E6DB4"/>
                </a:solidFill>
              </a:rPr>
              <a:t>●  </a:t>
            </a:r>
            <a:r>
              <a:rPr sz="1600" b="0">
                <a:solidFill>
                  <a:srgbClr val="3C4450"/>
                </a:solidFill>
                <a:latin typeface="Arial"/>
              </a:rPr>
              <a:t>Social channel experienced a decline of -$498 compared to the prior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Arial"/>
              </a:rP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Georgia"/>
              </a:rPr>
              <a:t>Total revenue increased to $304k, reflecting a 14.7% rise from $265k.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Arial"/>
              </a:rPr>
              <a:t>Source: performance: Monthly revenue, verified against the data.</a:t>
            </a:r>
          </a:p>
        </p:txBody>
      </p:sp>
      <p:pic>
        <p:nvPicPr>
          <p:cNvPr id="5" name="Picture 4" descr="char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Arial"/>
              </a:rPr>
              <a:t>In May 2026, total revenue reached $304k, up from $265k in April 2026, marking a significant increase of 14.7%. This growth follows a recent trend where revenue has fluctuated, with a peak of $387k in November 2025. The seasonal peak indicates strong performance during the latter part of the year, suggesting potential for future growth during similar periods.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Arial"/>
              </a:rPr>
              <a:t>Sustained growth in revenue indicates potential for continued recovery and strategic investment.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May 2026 revenue of $304k exceeds April 2026's $265k by $39k.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November 2025 remains the peak month with $387k in revenue.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Recent months show a recovery trend after lower figures in early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Arial"/>
              </a:rPr>
              <a:t>CHANNEL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Georgia"/>
              </a:rPr>
              <a:t>Organic Search leads with $104k, driving a $13k increase from April.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Arial"/>
              </a:rPr>
              <a:t>Source: dim_channel: revenue by channel (2026-05), verified against the data.</a:t>
            </a:r>
          </a:p>
        </p:txBody>
      </p:sp>
      <p:pic>
        <p:nvPicPr>
          <p:cNvPr id="5" name="Picture 4" descr="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949440" cy="3563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6949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A828C"/>
                </a:solidFill>
                <a:latin typeface="Arial"/>
              </a:rPr>
              <a:t>In May 2026, Organic Search generated $104k, representing 34.1% of total revenue and showing the largest growth of $13k compared to April. Email follows with $81k, while Paid Search contributes $77k. The concentration of revenue is heavily skewed towards Organic Search, highlighting its critical role in overall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40280"/>
            <a:ext cx="3931920" cy="3200400"/>
          </a:xfrm>
          <a:prstGeom prst="rect">
            <a:avLst/>
          </a:prstGeom>
          <a:solidFill>
            <a:srgbClr val="E6E8EB"/>
          </a:solidFill>
          <a:ln w="9525">
            <a:solidFill>
              <a:srgbClr val="C0C5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37744"/>
          <a:lstStyle/>
          <a:p>
            <a:pPr algn="l">
              <a:spcAft>
                <a:spcPts val="1600"/>
              </a:spcAft>
            </a:pPr>
            <a:r>
              <a:rPr sz="1300" b="0">
                <a:solidFill>
                  <a:srgbClr val="3C4450"/>
                </a:solidFill>
                <a:latin typeface="Arial"/>
              </a:rPr>
              <a:t>Focusing on enhancing Organic Search strategies could significantly boost overall revenue.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Organic Search accounts for 34.1% of total revenue.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Email and Paid Search follow with $81k and $77k respectively.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3C4450"/>
                </a:solidFill>
                <a:latin typeface="Arial"/>
              </a:rPr>
              <a:t>•  Social declined slightly by $498 from the previous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B4"/>
                </a:solidFill>
                <a:latin typeface="Arial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Georgia"/>
              </a:rPr>
              <a:t>Priorities for the coming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28C"/>
                </a:solidFill>
                <a:latin typeface="Arial"/>
              </a:rPr>
              <a:t>Source: figures verified against the source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Arial"/>
              </a:rPr>
              <a:t>1.   Increase investment in Organic Search to capitalize on its $104k contribution and 34.1% share.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Arial"/>
              </a:rPr>
              <a:t>2.   Develop a targeted strategy to address the Social channel's decline of -$498.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Arial"/>
              </a:rPr>
              <a:t>3.   Analyze customer acquisition costs to optimize overall spending and enhance profitability.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3C4450"/>
                </a:solidFill>
                <a:latin typeface="Arial"/>
              </a:rPr>
              <a:t>4.   Implement a monthly review process to track revenue trends and adjust strategies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