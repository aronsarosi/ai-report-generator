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Tahoma"/>
              </a:rPr>
              <a:t>May 2026 Revenue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743200"/>
            <a:ext cx="1554480" cy="76200"/>
          </a:xfrm>
          <a:prstGeom prst="rect">
            <a:avLst/>
          </a:prstGeom>
          <a:solidFill>
            <a:srgbClr val="1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C0C5C9"/>
                </a:solidFill>
                <a:latin typeface="Tahoma"/>
              </a:rPr>
              <a:t>Marketing / Web dataset  ·  3,650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7D55"/>
                </a:solidFill>
                <a:latin typeface="Tahoma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Tahoma"/>
              </a:rPr>
              <a:t>Organic Search drives growth, while Social declines impact overall performance.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1E7D55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Total revenue increased to $303k, reflecting a positive trend.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1E7D55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Organic Search generated $103k, contributing 33.9%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1E7D55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Total revenue grew by +4.7% compared to April 2026.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1E7D55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Social channel experienced a decline of -$6 compared to the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7D55"/>
                </a:solidFill>
                <a:latin typeface="Tahoma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Tahoma"/>
              </a:rPr>
              <a:t>Total revenue increased to $303k in 2026-05, up $13k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2510713" cy="50800"/>
          </a:xfrm>
          <a:prstGeom prst="rect">
            <a:avLst/>
          </a:prstGeom>
          <a:solidFill>
            <a:srgbClr val="1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Tahoma"/>
              </a:rPr>
              <a:t>$303k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Latest month (2026-05)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9393" y="4754880"/>
            <a:ext cx="2510713" cy="50800"/>
          </a:xfrm>
          <a:prstGeom prst="rect">
            <a:avLst/>
          </a:prstGeom>
          <a:solidFill>
            <a:srgbClr val="1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79393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Tahoma"/>
              </a:rPr>
              <a:t>$413k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9393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Peak month (2025-12)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4754880"/>
            <a:ext cx="2510713" cy="50800"/>
          </a:xfrm>
          <a:prstGeom prst="rect">
            <a:avLst/>
          </a:prstGeom>
          <a:solidFill>
            <a:srgbClr val="1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1587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Tahoma"/>
              </a:rPr>
              <a:t>$232k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Lowest month (2026-02)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23781" y="4754880"/>
            <a:ext cx="2510713" cy="50800"/>
          </a:xfrm>
          <a:prstGeom prst="rect">
            <a:avLst/>
          </a:prstGeom>
          <a:solidFill>
            <a:srgbClr val="1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3781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Tahoma"/>
              </a:rPr>
              <a:t>+$51k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3781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Change since 2025-06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7D55"/>
                </a:solidFill>
                <a:latin typeface="Tahoma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Tahoma"/>
              </a:rPr>
              <a:t>Organic Search leads with $103k, accounting for 33.9% of total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In May 2026, Organic Search generated $103k, making it the top channel and representing 33.9% of total revenue. Email follows closely with $83k, while Paid Search contributes $74k. The biggest mover is Email, increasing by $6k from the previous month, indicating strong growth in this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45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ahoma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ahoma"/>
              </a:rPr>
              <a:t>Focusing on Email's growth potential can enhance overall revenue performance.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Organic Search dominates with $103k, leading all channels.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Email shows significant growth, up $6k from April.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Total revenue concentration remains high in top three channels.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7D55"/>
                </a:solidFill>
                <a:latin typeface="Tahoma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Tahom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1.   Increase investment in Organic Search to capitalize on its $103k contribution and 33.9% share.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2.   Analyze and address the decline in Social, which decreased by -$6, to prevent further losses.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3.   Enhance marketing strategies to sustain the overall revenue growth of $303k, reflecting a +4.7% increase.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4.   Conduct a channel performance review to identify opportunities for improvement across all revenue streams.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