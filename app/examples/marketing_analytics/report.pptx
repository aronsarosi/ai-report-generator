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61E4D"/>
                </a:solidFill>
                <a:latin typeface="Tahoma"/>
              </a:rPr>
              <a:t>PERFORMANCE REVIEW  ·  2026-05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1554480" cy="76200"/>
          </a:xfrm>
          <a:prstGeom prst="rect">
            <a:avLst/>
          </a:prstGeom>
          <a:solidFill>
            <a:srgbClr val="A61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Tahoma"/>
              </a:rPr>
              <a:t>May 2026 Revenue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C0C5C9"/>
                </a:solidFill>
                <a:latin typeface="Tahoma"/>
              </a:rPr>
              <a:t>Marketing / Web dataset  ·  120 rows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61E4D"/>
                </a:solidFill>
                <a:latin typeface="Tahoma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E0E1E"/>
                </a:solidFill>
                <a:latin typeface="Tahoma"/>
              </a:rPr>
              <a:t>Strong revenue growth indicates effective strategies and market positioning.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ahoma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A61E4D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ahoma"/>
              </a:rPr>
              <a:t>Total revenue increased to $304k, reflecting a growth of +14.7%.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A61E4D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ahoma"/>
              </a:rPr>
              <a:t>Organic Search remains the top channel at $104k, contributing 34.1% of total revenue.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A61E4D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ahoma"/>
              </a:rPr>
              <a:t>Social channel experienced a decline of -$498 compared to the prior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61E4D"/>
                </a:solidFill>
                <a:latin typeface="Tahoma"/>
              </a:rP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E0E1E"/>
                </a:solidFill>
                <a:latin typeface="Tahoma"/>
              </a:rPr>
              <a:t>Total revenue increased to $304k in 2026-05, up $39k from April.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ahoma"/>
              </a:rPr>
              <a:t>Source: performance: Monthly revenue, verified against the data.</a:t>
            </a:r>
          </a:p>
        </p:txBody>
      </p:sp>
      <p:pic>
        <p:nvPicPr>
          <p:cNvPr id="5" name="Picture 4" descr="char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ahoma"/>
              </a:rPr>
              <a:t>In May 2026, total revenue reached $304k, reflecting a significant increase of $39k or +14.7% compared to April's total of $265k. This growth continues the upward trend observed in recent months, although it remains below the peak month of $387k in November 2025. The data suggests a seasonal pattern, with revenue typically peaking in late fall.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2E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Tahoma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Tahoma"/>
              </a:rPr>
              <a:t>Sustained revenue growth indicates a positive trajectory, but we must aim to exceed seasonal peaks.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ahoma"/>
              </a:rPr>
              <a:t>•  Revenue in May 2026 is $304k, up from $265k in April.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ahoma"/>
              </a:rPr>
              <a:t>•  Recent trend shows recovery from lower figures earlier in the year.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ahoma"/>
              </a:rPr>
              <a:t>•  November 2025 remains the peak month at $387k.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61E4D"/>
                </a:solidFill>
                <a:latin typeface="Tahoma"/>
              </a:rPr>
              <a:t>CHANNEL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E0E1E"/>
                </a:solidFill>
                <a:latin typeface="Tahoma"/>
              </a:rPr>
              <a:t>Organic Search leads with $104k, driving a $13k increase from April.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ahoma"/>
              </a:rPr>
              <a:t>Source: dim_channel: revenue by channel (2026-05), verified against the data.</a:t>
            </a:r>
          </a:p>
        </p:txBody>
      </p:sp>
      <p:pic>
        <p:nvPicPr>
          <p:cNvPr id="5" name="Picture 4" descr="ch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645920"/>
            <a:ext cx="5669280" cy="29073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720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0E1E"/>
                </a:solidFill>
                <a:latin typeface="Tahoma"/>
              </a:rPr>
              <a:t>Focusing on Organic Search can capitalize on its growth momentum and market leadership.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074920"/>
            <a:ext cx="3454298" cy="50800"/>
          </a:xfrm>
          <a:prstGeom prst="rect">
            <a:avLst/>
          </a:prstGeom>
          <a:solidFill>
            <a:srgbClr val="A61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184648"/>
            <a:ext cx="345429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E0E1E"/>
                </a:solidFill>
                <a:latin typeface="Tahoma"/>
              </a:rPr>
              <a:t>$104k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34542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A828C"/>
                </a:solidFill>
                <a:latin typeface="Tahoma"/>
              </a:rPr>
              <a:t>Organic Search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5074920"/>
            <a:ext cx="3454298" cy="50800"/>
          </a:xfrm>
          <a:prstGeom prst="rect">
            <a:avLst/>
          </a:prstGeom>
          <a:solidFill>
            <a:srgbClr val="A61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5184648"/>
            <a:ext cx="345429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E0E1E"/>
                </a:solidFill>
                <a:latin typeface="Tahoma"/>
              </a:rPr>
              <a:t>$81k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5943600"/>
            <a:ext cx="34542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A828C"/>
                </a:solidFill>
                <a:latin typeface="Tahoma"/>
              </a:rPr>
              <a:t>Email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80196" y="5074920"/>
            <a:ext cx="3454298" cy="50800"/>
          </a:xfrm>
          <a:prstGeom prst="rect">
            <a:avLst/>
          </a:prstGeom>
          <a:solidFill>
            <a:srgbClr val="A61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0196" y="5184648"/>
            <a:ext cx="345429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E0E1E"/>
                </a:solidFill>
                <a:latin typeface="Tahoma"/>
              </a:rPr>
              <a:t>$77k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196" y="5943600"/>
            <a:ext cx="34542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A828C"/>
                </a:solidFill>
                <a:latin typeface="Tahoma"/>
              </a:rPr>
              <a:t>Paid Search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61E4D"/>
                </a:solidFill>
                <a:latin typeface="Tahoma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E0E1E"/>
                </a:solidFill>
                <a:latin typeface="Tahoma"/>
              </a:rPr>
              <a:t>Priorities for the coming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ahoma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ahoma"/>
              </a:rPr>
              <a:t>1.   Enhance SEO strategies to capitalize on Organic Search's $104k contribution, representing 34.1% of total revenue.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ahoma"/>
              </a:rPr>
              <a:t>2.   Investigate and address the decline in Social channel performance, which decreased by -$498 compared to prior.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ahoma"/>
              </a:rPr>
              <a:t>3.   Allocate resources to optimize content marketing efforts that support Organic Search growth and sustain the +14.7% revenue increase.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ahoma"/>
              </a:rPr>
              <a:t>4.   Monitor monthly revenue trends closely to identify and respond to fluctuations proactively.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