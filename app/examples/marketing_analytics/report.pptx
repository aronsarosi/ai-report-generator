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740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3A2008"/>
                </a:solidFill>
                <a:latin typeface="Verdana"/>
              </a:rPr>
              <a:t>May 2026 Revenue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703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7A828C"/>
                </a:solidFill>
                <a:latin typeface="Verdana"/>
              </a:rPr>
              <a:t>Period 2026-05  |  source table: ex_marketing_analytics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Verdana"/>
              </a:rPr>
              <a:t>Generated 2026-06-10 17:37 UTC   | 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590C"/>
                </a:solidFill>
                <a:latin typeface="Verdana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A2008"/>
                </a:solidFill>
                <a:latin typeface="Verdana"/>
              </a:rPr>
              <a:t>Strong revenue growth indicates effective strategies and market positioning.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Verdan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1">
                <a:solidFill>
                  <a:srgbClr val="E8590C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Verdana"/>
              </a:rPr>
              <a:t>Total revenue increased to $304k, reflecting a growth of +14.7%.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E8590C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Verdana"/>
              </a:rPr>
              <a:t>Organic Search remains the top channel at $104k, contributing 34.1% of total revenue.</a:t>
            </a:r>
          </a:p>
          <a:p>
            <a:pPr>
              <a:spcAft>
                <a:spcPts val="1600"/>
              </a:spcAft>
            </a:pPr>
            <a:r>
              <a:rPr sz="1600" b="1">
                <a:solidFill>
                  <a:srgbClr val="E8590C"/>
                </a:solidFill>
              </a:rPr>
              <a:t>●  </a:t>
            </a:r>
            <a:r>
              <a:rPr sz="1600" b="0">
                <a:solidFill>
                  <a:srgbClr val="3C4450"/>
                </a:solidFill>
                <a:latin typeface="Verdana"/>
              </a:rPr>
              <a:t>Social channel experienced a decline of -$498 compared to the prior month.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590C"/>
                </a:solidFill>
                <a:latin typeface="Verdana"/>
              </a:rPr>
              <a:t>FINANCIAL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A2008"/>
                </a:solidFill>
                <a:latin typeface="Verdana"/>
              </a:rPr>
              <a:t>Total revenue increased to $304k in 2026-05, up $39k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Verdana"/>
              </a:rPr>
              <a:t>Source: performance: Monthly revenue, verified against the data.</a:t>
            </a:r>
          </a:p>
        </p:txBody>
      </p:sp>
      <p:pic>
        <p:nvPicPr>
          <p:cNvPr id="5" name="Picture 4" descr="char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Verdana"/>
              </a:rPr>
              <a:t>In May 2026, total revenue reached $304k, reflecting a significant increase of $39k or +14.7% compared to April's total of $265k. This growth continues the upward trend observed in recent months, although it remains below the peak month of $387k in November 2025. The data suggests a seasonal pattern, with revenue typically peaking in late fall.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3A20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Verdana"/>
              </a:rPr>
              <a:t>Sustained revenue growth indicates a positive trajectory, but we must aim to exceed seasonal peaks.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Revenue in May 2026 is $304k, up from $265k in April.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Recent trend shows recovery from lower figures earlier in the year.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November 2025 remains the peak month at $387k.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590C"/>
                </a:solidFill>
                <a:latin typeface="Verdana"/>
              </a:rPr>
              <a:t>CHANNEL BREAKDOWN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A2008"/>
                </a:solidFill>
                <a:latin typeface="Verdana"/>
              </a:rPr>
              <a:t>Organic Search leads with $104k, driving a $13k increase from April.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Verdana"/>
              </a:rPr>
              <a:t>Source: dim_channel: revenue by channel (2026-05), verified against the data.</a:t>
            </a:r>
          </a:p>
        </p:txBody>
      </p:sp>
      <p:pic>
        <p:nvPicPr>
          <p:cNvPr id="5" name="Picture 4" descr="char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6949440" cy="356381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486400"/>
            <a:ext cx="6949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A828C"/>
                </a:solidFill>
                <a:latin typeface="Verdana"/>
              </a:rPr>
              <a:t>In May 2026, Organic Search generated $104k, making it the top channel by a significant margin. Email follows with $81k, while Paid Search contributes $77k. Organic Search not only leads but also saw the largest growth, up $13k compared to April, indicating strong performance in this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1783080"/>
            <a:ext cx="3931920" cy="457200"/>
          </a:xfrm>
          <a:prstGeom prst="rect">
            <a:avLst/>
          </a:prstGeom>
          <a:solidFill>
            <a:srgbClr val="3A20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tIns="18288" bIns="18288"/>
          <a:lstStyle/>
          <a:p>
            <a:pPr algn="ctr"/>
            <a:r>
              <a:rPr sz="1200" b="1">
                <a:solidFill>
                  <a:srgbClr val="FFFFFF"/>
                </a:solidFill>
                <a:latin typeface="Verdana"/>
              </a:rPr>
              <a:t>KEY TAKEAWAY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0" y="2240280"/>
            <a:ext cx="3931920" cy="3200400"/>
          </a:xfrm>
          <a:prstGeom prst="rect">
            <a:avLst/>
          </a:prstGeom>
          <a:solidFill>
            <a:srgbClr val="E6E8EB"/>
          </a:solidFill>
          <a:ln w="9525">
            <a:solidFill>
              <a:srgbClr val="C0C5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19456" rIns="219456" tIns="237744"/>
          <a:lstStyle/>
          <a:p>
            <a:pPr algn="l">
              <a:spcAft>
                <a:spcPts val="1600"/>
              </a:spcAft>
            </a:pPr>
            <a:r>
              <a:rPr sz="1300" b="0">
                <a:solidFill>
                  <a:srgbClr val="3C4450"/>
                </a:solidFill>
                <a:latin typeface="Verdana"/>
              </a:rPr>
              <a:t>Focusing on Organic Search can capitalize on its growth momentum and market leadership.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Organic Search: $104k, +$13k from April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Email: $81k, +$10k from April</a:t>
            </a:r>
          </a:p>
          <a:p>
            <a:pPr algn="l">
              <a:spcAft>
                <a:spcPts val="700"/>
              </a:spcAft>
            </a:pPr>
            <a:r>
              <a:rPr sz="1100" b="0">
                <a:solidFill>
                  <a:srgbClr val="3C4450"/>
                </a:solidFill>
                <a:latin typeface="Verdana"/>
              </a:rPr>
              <a:t>•  Paid Search: $77k, +$12k from April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9260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8590C"/>
                </a:solidFill>
                <a:latin typeface="Verdana"/>
              </a:rPr>
              <a:t>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85216"/>
            <a:ext cx="1127729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3A2008"/>
                </a:solidFill>
                <a:latin typeface="Verdana"/>
              </a:rPr>
              <a:t>Priorities for the coming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28C"/>
                </a:solidFill>
                <a:latin typeface="Verdana"/>
              </a:rPr>
              <a:t>Source: figures verified against the source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74519"/>
            <a:ext cx="1127729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Verdana"/>
              </a:rPr>
              <a:t>1.   Enhance SEO strategies to capitalize on Organic Search's $104k contribution, representing 34.1% of total revenue.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Verdana"/>
              </a:rPr>
              <a:t>2.   Investigate and address the decline in Social channel performance, which decreased by -$498 compared to prior.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Verdana"/>
              </a:rPr>
              <a:t>3.   Allocate resources to optimize content marketing efforts that support Organic Search growth and sustain the +14.7% revenue increase.</a:t>
            </a:r>
          </a:p>
          <a:p>
            <a:pPr>
              <a:spcAft>
                <a:spcPts val="1600"/>
              </a:spcAft>
            </a:pPr>
            <a:r>
              <a:rPr sz="1600" b="0">
                <a:solidFill>
                  <a:srgbClr val="3C4450"/>
                </a:solidFill>
                <a:latin typeface="Verdana"/>
              </a:rPr>
              <a:t>4.   Monitor monthly revenue trends closely to identify and respond to fluctuations proactively.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